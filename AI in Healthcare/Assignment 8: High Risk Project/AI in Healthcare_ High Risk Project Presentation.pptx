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09de84ff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09de84ff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09de84ff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09de84ff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09de84ff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09de84ff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09de84ff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09de84ff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09de84ff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09de84ff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09de84ff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09de84ff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09de84ff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09de84ff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09de84ff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09de84ff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09de84ff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09de84ff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09de84ff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09de84ff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09de84ff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09de84ff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09de84ff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09de84ff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09de84ff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09de84ff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09de84ff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09de84ff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09de84ff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09de84ff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09de84ff4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09de84ff4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AI in Healthcare: High Risk Project Presentation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000000"/>
                </a:highlight>
              </a:rPr>
              <a:t>Genetic Markers of Critical Illness: Explainable Genomes using Statistical Analysis and LLMs</a:t>
            </a:r>
            <a:endParaRPr>
              <a:solidFill>
                <a:schemeClr val="dk1"/>
              </a:solidFill>
              <a:highlight>
                <a:srgbClr val="000000"/>
              </a:highlight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87150" y="3777475"/>
            <a:ext cx="176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Jared Moore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Introduction</a:t>
            </a:r>
            <a:endParaRPr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 Explainable AI in Genetics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79800" y="20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in Classifying Risks of Different Genes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34475" y="715250"/>
            <a:ext cx="4777200" cy="25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Biology is really complicated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Genes are one part of a complex interplay between a variety of proteins, regulators, inhibition loops, and other aspects that are related to your final outcome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Biology can be difficult to explain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Most biology </a:t>
            </a:r>
            <a:r>
              <a:rPr lang="en">
                <a:solidFill>
                  <a:schemeClr val="dk1"/>
                </a:solidFill>
              </a:rPr>
              <a:t>explanations</a:t>
            </a:r>
            <a:r>
              <a:rPr lang="en">
                <a:solidFill>
                  <a:schemeClr val="dk1"/>
                </a:solidFill>
              </a:rPr>
              <a:t> are simple, but this is because of how little we truly understand about the complex </a:t>
            </a:r>
            <a:r>
              <a:rPr lang="en">
                <a:solidFill>
                  <a:schemeClr val="dk1"/>
                </a:solidFill>
              </a:rPr>
              <a:t>mechanisms</a:t>
            </a:r>
            <a:r>
              <a:rPr lang="en">
                <a:solidFill>
                  <a:schemeClr val="dk1"/>
                </a:solidFill>
              </a:rPr>
              <a:t> that are at work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Machine Learning presents opportunities to learn more about the effects of different genes, while LLM’s may provide enhanced capability for individualised patient </a:t>
            </a:r>
            <a:r>
              <a:rPr lang="en">
                <a:solidFill>
                  <a:schemeClr val="dk1"/>
                </a:solidFill>
              </a:rPr>
              <a:t>recommendations</a:t>
            </a:r>
            <a:r>
              <a:rPr lang="en">
                <a:solidFill>
                  <a:schemeClr val="dk1"/>
                </a:solidFill>
              </a:rPr>
              <a:t> based on personal genomic findings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600" y="980325"/>
            <a:ext cx="4032400" cy="2601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50" y="3374450"/>
            <a:ext cx="2808151" cy="164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8350" y="3408200"/>
            <a:ext cx="1826874" cy="161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0099" y="3612074"/>
            <a:ext cx="2508925" cy="140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66975" y="3612075"/>
            <a:ext cx="1590476" cy="149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49450" y="119450"/>
            <a:ext cx="85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Conveying Genetic Medical information is challenging, even for Genetic </a:t>
            </a:r>
            <a:r>
              <a:rPr lang="en"/>
              <a:t>Counseling</a:t>
            </a:r>
            <a:r>
              <a:rPr lang="en"/>
              <a:t> Professionals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4651800" cy="37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Genetic </a:t>
            </a:r>
            <a:r>
              <a:rPr lang="en"/>
              <a:t>Counseling</a:t>
            </a:r>
            <a:r>
              <a:rPr lang="en"/>
              <a:t> is </a:t>
            </a:r>
            <a:r>
              <a:rPr lang="en"/>
              <a:t>already</a:t>
            </a:r>
            <a:r>
              <a:rPr lang="en"/>
              <a:t> common for various medical needs, such as those of Expectant Parents, Children, and Adults testing for Hereditary Diseases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Genetic </a:t>
            </a:r>
            <a:r>
              <a:rPr lang="en"/>
              <a:t>Counseling</a:t>
            </a:r>
            <a:r>
              <a:rPr lang="en"/>
              <a:t> is often focused on well </a:t>
            </a:r>
            <a:r>
              <a:rPr lang="en"/>
              <a:t>understood hereditary diseases, however Machine learning allows us to generate new insights which can be much more complex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Generative AI presents new opportunities to translate these complex insights directly to patients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575" y="1001950"/>
            <a:ext cx="2772951" cy="275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3352250"/>
            <a:ext cx="2048274" cy="175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Methodology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Approach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genome-wide significant variants for COVID-19 severity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 a classification model for disease severity prediction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Annotate Genes with downstream effects to prompt Deepseek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an LLM-enhanced interpretation system for accessible explanations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8019" y="0"/>
            <a:ext cx="29411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&amp; Methodology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43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GenOMICC international metadata release (COVID-19 GWAS)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Variant identification (p &lt; 5×10^-8) and functional annotation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Anonymized</a:t>
            </a:r>
            <a:r>
              <a:rPr lang="en"/>
              <a:t> Personal Genome from the Personal Genome Project Open Source Database (Alias “Renee Schmidt”)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 Mapping </a:t>
            </a:r>
            <a:r>
              <a:rPr lang="en"/>
              <a:t>information</a:t>
            </a:r>
            <a:r>
              <a:rPr lang="en"/>
              <a:t> from the GWAS Paper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 integration with DeepSeek R-1 for interpretable results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77450"/>
            <a:ext cx="41361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Statistical Analysis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431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4,864 significant variants identified across multiple chromosomes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Strong signals on chromosomes 3, 6, 19, and 21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risk-increasing and protective variants identified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Often have similar magnitude in similar areas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often severity of effect is related to downstream function rather than the genes themselves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7525" y="2665150"/>
            <a:ext cx="4645601" cy="230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7888" y="194300"/>
            <a:ext cx="4684874" cy="232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132125"/>
            <a:ext cx="4521900" cy="8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Personalized Risk Assessment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389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Sample case "Renee Schmidt": 1,088 variants (550 risk-increasing, 538 protective)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At first the symmetry between the positive and negative genes seemed </a:t>
            </a:r>
            <a:r>
              <a:rPr lang="en"/>
              <a:t>confusing, however it is due to the functions the genes encode for and their importance to viral defense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Risky Gene Profile: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Top risk genes: FUT2/NR1H2, FOXP4, THBS3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Top protective genes: FOXP4, Unknown Regions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“Renee Schmidt” has a higher risk than the population due to some genes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825" y="2772950"/>
            <a:ext cx="4937175" cy="237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1400" y="1"/>
            <a:ext cx="4542600" cy="2536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482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Integration: Deepseek R-1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480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DeepSeek R-1 translates technical information into conversational explanations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explains gene functions and COVID-19 pathophysiology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Maintains appropriate clinical boundaries with medical disclaimers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9725" y="0"/>
            <a:ext cx="367428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Results &amp; Limitations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Results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Successfully identified genetic variants associated with COVID-19 severity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Demonstrated complex interplay of risk-increasing and protective variants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Created framework for translating genomic data into accessible explanations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4675" y="386525"/>
            <a:ext cx="4571999" cy="457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613000" cy="18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Reliance on additive genetic model does not capture complex gene-gene interactions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Potential ancestral representation gaps in underlying GWAS data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Provides relative rather than absolute risk assessment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Does not have access to other Health related data, only genetics and statistics about them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LLM integration cannot replace clinical genetic counseling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0175" y="2797249"/>
            <a:ext cx="5663825" cy="2369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393629"/>
            <a:ext cx="3480177" cy="174987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5"/>
          <p:cNvSpPr txBox="1"/>
          <p:nvPr/>
        </p:nvSpPr>
        <p:spPr>
          <a:xfrm>
            <a:off x="127550" y="2911150"/>
            <a:ext cx="33213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Gene Repression Complex Interactions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Future Directions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Directions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Integrate clinical variables with genetic markers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Expand to multi-omics analysis (transcriptomics, proteomics)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Understanding why certain alleles lead to positive or negative outcomes would lead to insights about genes </a:t>
            </a:r>
            <a:r>
              <a:rPr lang="en"/>
              <a:t>relationship with cellular function at many different levels of biology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Conduct functional validation using cellular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is a limiting factor for understanding how things like </a:t>
            </a:r>
            <a:r>
              <a:rPr lang="en"/>
              <a:t>methylation</a:t>
            </a:r>
            <a:r>
              <a:rPr lang="en"/>
              <a:t> and repression and expression signals affect the genes we have and when they are active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Extend methodology to other critical illnesses alongside COVID-19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Refine LLM capabilities for enhanced genomic interpretation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While Deepseek R1 shows promise for interpretable AI, more specialized models for biology may provide even more detailed results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Combined statistical genomics with explainable AI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Bridge between complex GWAS data and user-friendly LLM chat interfaces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Framework for responsible AI-assisted genomic interpretation, with diversions away from information it does not know or is not qualified to dispense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was an exciting way to explore a part of healthcare I was </a:t>
            </a:r>
            <a:r>
              <a:rPr lang="en"/>
              <a:t>interested in, but had no experience in previously, and has the potential to be used in future applications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Thank You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